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46720" y="1097280"/>
            <a:ext cx="1645920" cy="164592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2011680" cy="20116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0" y="5303520"/>
            <a:ext cx="914400" cy="9144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669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Interbank</a:t>
            </a:r>
            <a:br/>
            <a:r>
              <a:t>Rollover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63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2E8F0"/>
                </a:solidFill>
                <a:latin typeface="Segoe UI"/>
              </a:defRPr>
            </a:pPr>
            <a:r>
              <a:t>Flow · Rules · Inputs &amp;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233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Segoe UI"/>
              </a:defRPr>
            </a:pPr>
            <a:r>
              <a:t>Module: interbank_installment_rollover.py</a:t>
            </a:r>
            <a:br/>
            <a:r>
              <a:t>Per-step settlement in bank simulation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5349240"/>
            <a:ext cx="1828800" cy="38404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Quick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5603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4155"/>
                </a:solidFill>
                <a:latin typeface="Segoe UI"/>
              </a:defRPr>
            </a:pPr>
            <a:r>
              <a:t>Process  →  Rules  →  I/O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Process (per simulation step)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Aligned with source comments: Step1 → Step2 → Step3 → Step4 (settlement last)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Interbank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63240"/>
            <a:ext cx="1051560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-251460" y="36576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-160020" y="3749039"/>
            <a:ext cx="1965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Step1 · Trade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#1) Trade event</a:t>
            </a:r>
            <a:br/>
            <a:r>
              <a:t>_register_trade_contracts</a:t>
            </a:r>
            <a:br/>
            <a:r>
              <a:t>→ ContractBook</a:t>
            </a:r>
            <a:br/>
            <a:r>
              <a:t>(bullet / installment)</a:t>
            </a:r>
          </a:p>
        </p:txBody>
      </p:sp>
      <p:sp>
        <p:nvSpPr>
          <p:cNvPr id="13" name="Oval 12"/>
          <p:cNvSpPr/>
          <p:nvPr/>
        </p:nvSpPr>
        <p:spPr>
          <a:xfrm>
            <a:off x="40111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1340" y="36576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2780" y="3749039"/>
            <a:ext cx="1965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Step2 · Intentions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#4) Step2</a:t>
            </a:r>
            <a:br/>
            <a:r>
              <a:t>collect_intentions</a:t>
            </a:r>
            <a:br/>
            <a:r>
              <a:t>reservation bid/ask</a:t>
            </a:r>
            <a:br/>
            <a:r>
              <a:t>(skip rollover_blocked)</a:t>
            </a:r>
          </a:p>
        </p:txBody>
      </p:sp>
      <p:sp>
        <p:nvSpPr>
          <p:cNvPr id="16" name="Oval 15"/>
          <p:cNvSpPr/>
          <p:nvPr/>
        </p:nvSpPr>
        <p:spPr>
          <a:xfrm>
            <a:off x="7363967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54139" y="36576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5579" y="3749039"/>
            <a:ext cx="1965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Step3 · RFQ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#5) Step3</a:t>
            </a:r>
            <a:br/>
            <a:r>
              <a:t>RFQMarket.run or</a:t>
            </a:r>
            <a:br/>
            <a:r>
              <a:t>_sparse_bipartite_update</a:t>
            </a:r>
            <a:br/>
            <a:r>
              <a:t>new interbank edges</a:t>
            </a:r>
          </a:p>
        </p:txBody>
      </p:sp>
      <p:sp>
        <p:nvSpPr>
          <p:cNvPr id="19" name="Oval 18"/>
          <p:cNvSpPr/>
          <p:nvPr/>
        </p:nvSpPr>
        <p:spPr>
          <a:xfrm>
            <a:off x="10716768" y="2907792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06940" y="3657600"/>
            <a:ext cx="2148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8380" y="3749039"/>
            <a:ext cx="19659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Step4 · Settle</a:t>
            </a:r>
          </a:p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settle_interbank_period</a:t>
            </a:r>
            <a:br/>
            <a:r>
              <a:t>#7) Step4: EN + recovery</a:t>
            </a:r>
            <a:br/>
            <a:r>
              <a:t>installment coupons;</a:t>
            </a:r>
            <a:br/>
            <a:r>
              <a:t>bullet payoff / rollover;</a:t>
            </a:r>
            <a:br/>
            <a:r>
              <a:t>log banks_in_rollover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69280"/>
            <a:ext cx="11155680" cy="64008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79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Segoe UI"/>
              </a:defRPr>
            </a:pPr>
            <a:r>
              <a:t>Code refs: bank_simulation_model_decentralized_central_policy.py (§1 Trade, §Step2, §Step3, §Step4). After Step4, rollover_blocked_borrowers applies to Step2–3 next period.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Basic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Interbank Rollover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17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Contracts: bullet (short, one-shot payoff) or installment (5–20 periods, interest-first each period).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New trade schedule (auto): large principal or low LCR → installment; small + high LCR → bullet.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6324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06324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Rollover: when rollover_mode is on, bullet maturity repays then re-opens same principal as new installment (5–20 periods).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23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Installment repayment: each coupon clears interest, then principal slice, via EN clearing on the lender–borrower pair.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00600"/>
            <a:ext cx="73152" cy="7772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80060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8920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No robbing Peter to pay Paul: banks with outstanding installment debt cannot take new interbank loans that step.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669280"/>
            <a:ext cx="73152" cy="777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669280"/>
            <a:ext cx="11018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  <a:latin typeface="Segoe UI"/>
              </a:defRPr>
            </a:pPr>
            <a:r>
              <a:t>Repayment funding: borrower liquid_assets + EN clearing only (optional central-bank liquidity backstop on shortfall).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11987784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Inputs &amp;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Segoe UI"/>
              </a:defRPr>
            </a:pPr>
            <a:r>
              <a:t>Per call to settle_interbank_period and the matching phase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6446520"/>
            <a:ext cx="118872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Segoe UI"/>
              </a:defRPr>
            </a:pPr>
            <a:r>
              <a:t>Interbank Rollover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325880"/>
            <a:ext cx="18288" cy="4892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5394960" cy="4572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920240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step — current simulation period (int)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06624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98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ContractBook — active contracts (lender, borrower, schedule_type, principal, rates, periods_paid)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93008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banks[] — liquid_assets, liabilities, LCR-related fields, is_active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2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3708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ScheduleConfig — rollover_mode, tenor 5–20, spreads, schedule_selection, principal thresholds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065776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15721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New trades (matching) — amount, rate, borrower; blocked if borrower ∈ rollover_blocked_borrowers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325880"/>
            <a:ext cx="5394960" cy="45720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920240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01168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Updated ContractBook — coupons advanced; matured bullets removed; new installment contracts if rolled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706624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798064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failed — list of bank indices that defaulted in EN clearing this step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493008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584448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rollover_blocked_borrowers — set of borrower indices for borrow block this step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279392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370832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Console — [rollover] banks_in_rollover=N bank_indices=[...]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5065776"/>
            <a:ext cx="53035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5157216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  <a:latin typeface="Segoe UI"/>
              </a:defRPr>
            </a:pPr>
            <a:r>
              <a:t>• Bank state — interbank_assets / interbank_liabilities synced from book; cash updated by clearing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